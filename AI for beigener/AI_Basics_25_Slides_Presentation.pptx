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233AD7-0D71-4797-B481-0A1E3432B19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CB9F9-E0BA-4BA8-9C53-2DBB48D2D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7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2D805-5C37-45A7-9A6E-3075B89B04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2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4373" y="3025718"/>
            <a:ext cx="6686549" cy="55487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Introduction </a:t>
            </a:r>
            <a:r>
              <a:rPr lang="en-US" b="1" dirty="0" smtClean="0"/>
              <a:t>AI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7855" y="3622994"/>
            <a:ext cx="6862004" cy="1755887"/>
          </a:xfrm>
        </p:spPr>
        <p:txBody>
          <a:bodyPr>
            <a:normAutofit/>
          </a:bodyPr>
          <a:lstStyle/>
          <a:p>
            <a:pPr marL="428625" indent="-428625">
              <a:buFont typeface="Wingdings" panose="05000000000000000000" pitchFamily="2" charset="2"/>
              <a:buChar char="v"/>
            </a:pPr>
            <a:r>
              <a:rPr lang="en-US" sz="2100" b="1" dirty="0" smtClean="0">
                <a:solidFill>
                  <a:schemeClr val="tx1"/>
                </a:solidFill>
              </a:rPr>
              <a:t>Artificial intelligence </a:t>
            </a:r>
            <a:endParaRPr lang="en-US" sz="2100" b="1" dirty="0">
              <a:solidFill>
                <a:schemeClr val="tx1"/>
              </a:solidFill>
            </a:endParaRPr>
          </a:p>
          <a:p>
            <a:pPr marL="428625" indent="-428625" algn="l"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chemeClr val="tx1"/>
                </a:solidFill>
              </a:rPr>
              <a:t>Basics for non-computer science background </a:t>
            </a:r>
          </a:p>
          <a:p>
            <a:pPr marL="428625" indent="-428625" algn="l"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chemeClr val="tx1"/>
                </a:solidFill>
              </a:rPr>
              <a:t>Prepared By: Jaweid </a:t>
            </a:r>
            <a:r>
              <a:rPr lang="en-US" sz="1500" b="1" dirty="0" err="1" smtClean="0">
                <a:solidFill>
                  <a:schemeClr val="tx1"/>
                </a:solidFill>
              </a:rPr>
              <a:t>Moradi</a:t>
            </a:r>
            <a:endParaRPr lang="en-US" sz="1500" b="1" dirty="0">
              <a:solidFill>
                <a:schemeClr val="tx1"/>
              </a:solidFill>
            </a:endParaRPr>
          </a:p>
          <a:p>
            <a:pPr marL="428625" indent="-428625" algn="l"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chemeClr val="tx1"/>
                </a:solidFill>
              </a:rPr>
              <a:t>I am student at Kabul university ICT Faculty ISE department </a:t>
            </a:r>
          </a:p>
        </p:txBody>
      </p:sp>
      <p:sp>
        <p:nvSpPr>
          <p:cNvPr id="4" name="Oval 3"/>
          <p:cNvSpPr/>
          <p:nvPr/>
        </p:nvSpPr>
        <p:spPr>
          <a:xfrm>
            <a:off x="3743104" y="1312228"/>
            <a:ext cx="1638683" cy="1637294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0BC9-353F-4494-9A31-75D377907B9F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070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 growing technology.</a:t>
            </a:r>
          </a:p>
          <a:p>
            <a:r>
              <a:t>Creates intelligent machines.</a:t>
            </a:r>
          </a:p>
          <a:p>
            <a:r>
              <a:t>Used in many industries.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37464" y="2196192"/>
            <a:ext cx="2743200" cy="3404507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Artificial means man-made.</a:t>
            </a:r>
          </a:p>
          <a:p>
            <a:r>
              <a:rPr dirty="0"/>
              <a:t>Intelligence means ability to learn and solve problems.</a:t>
            </a:r>
          </a:p>
          <a:p>
            <a:r>
              <a:rPr dirty="0"/>
              <a:t>AI creates machines that behave like humans.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70072" y="4425043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AI 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Solves real-world problems.</a:t>
            </a:r>
          </a:p>
          <a:p>
            <a:r>
              <a:t>Used in health, marketing, and traffic systems.</a:t>
            </a:r>
          </a:p>
          <a:p>
            <a:r>
              <a:t>Creates smart assistants and robots.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931228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 Human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works faster.</a:t>
            </a:r>
          </a:p>
          <a:p>
            <a:r>
              <a:t>Humans are more creative.</a:t>
            </a:r>
          </a:p>
          <a:p>
            <a:r>
              <a:t>AI supports human decision making.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 Traditional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learns from data.</a:t>
            </a:r>
          </a:p>
          <a:p>
            <a:r>
              <a:t>Traditional programming uses fixed rules.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04807" y="4041322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AI Concept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Replicate human intelligence.</a:t>
            </a:r>
          </a:p>
          <a:p>
            <a:r>
              <a:t>Solve knowledge-based problems.</a:t>
            </a:r>
          </a:p>
          <a:p>
            <a:r>
              <a:t>Create intelligent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05765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accuracy.</a:t>
            </a:r>
          </a:p>
          <a:p>
            <a:r>
              <a:t>Fast decision making.</a:t>
            </a:r>
          </a:p>
          <a:p>
            <a:r>
              <a:t>Reliable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 in dangerous environments.</a:t>
            </a:r>
          </a:p>
          <a:p>
            <a:r>
              <a:t>Provides digital assistants.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64036" y="3126922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development cost.</a:t>
            </a:r>
          </a:p>
          <a:p>
            <a:r>
              <a:t>No emotions or feelings.</a:t>
            </a:r>
          </a:p>
          <a:p>
            <a:r>
              <a:t>Dependence on machines.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Branches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</a:t>
            </a:r>
          </a:p>
          <a:p>
            <a:r>
              <a:t>Natural Language Processing</a:t>
            </a:r>
          </a:p>
          <a:p>
            <a:r>
              <a:t>Computer Vision</a:t>
            </a:r>
          </a:p>
          <a:p>
            <a:r>
              <a:t>Robotics</a:t>
            </a:r>
          </a:p>
          <a:p>
            <a:r>
              <a:t>Expert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</a:t>
            </a:r>
          </a:p>
          <a:p>
            <a:r>
              <a:t>Education</a:t>
            </a:r>
          </a:p>
          <a:p>
            <a:r>
              <a:t>Finance</a:t>
            </a:r>
          </a:p>
          <a:p>
            <a:r>
              <a:t>Entertainment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reasoning and advice.</a:t>
            </a:r>
          </a:p>
          <a:p>
            <a:r>
              <a:t>Used in medical diagnosis.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images and videos.</a:t>
            </a:r>
          </a:p>
          <a:p>
            <a:r>
              <a:t>Used in surveillance and mapping.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23165" y="3592286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Speech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Understands human speech.</a:t>
            </a:r>
          </a:p>
          <a:p>
            <a:r>
              <a:t>Handles different accents.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Handwriting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handwriting to digital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Robots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sensors and processors.</a:t>
            </a:r>
          </a:p>
          <a:p>
            <a:r>
              <a:t>Learn from environment.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Turing Test introduced.</a:t>
            </a:r>
          </a:p>
          <a:p>
            <a:r>
              <a:t>AI term created in 1956.</a:t>
            </a:r>
          </a:p>
          <a:p>
            <a:r>
              <a:t>Development of early robots.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AI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Blue defeated chess champion.</a:t>
            </a:r>
          </a:p>
          <a:p>
            <a:r>
              <a:t>AI used in social media and business.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Weak AI</a:t>
            </a:r>
          </a:p>
          <a:p>
            <a:r>
              <a:t>General AI</a:t>
            </a:r>
          </a:p>
          <a:p>
            <a:r>
              <a:t>Super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specific tasks.</a:t>
            </a:r>
          </a:p>
          <a:p>
            <a:r>
              <a:t>Examples: voice assistants, self-driving cars.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3863181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Human-level intelligence.</a:t>
            </a:r>
          </a:p>
          <a:p>
            <a:r>
              <a:t>Still under research.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Surpasses human intelligence.</a:t>
            </a:r>
          </a:p>
          <a:p>
            <a:r>
              <a:t>Still theoretical.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and 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perceive environment using sensors.</a:t>
            </a:r>
          </a:p>
          <a:p>
            <a:r>
              <a:t>Act using actuators.</a:t>
            </a:r>
          </a:p>
          <a:p>
            <a:r>
              <a:t>Make rational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74178" y="2889999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PEAS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measure</a:t>
            </a:r>
          </a:p>
          <a:p>
            <a:r>
              <a:t>Environment</a:t>
            </a:r>
          </a:p>
          <a:p>
            <a:r>
              <a:t>Actuators</a:t>
            </a:r>
          </a:p>
          <a:p>
            <a:r>
              <a:t>Sensors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109728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Concept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407</Words>
  <Application>Microsoft Office PowerPoint</Application>
  <PresentationFormat>On-screen Show (4:3)</PresentationFormat>
  <Paragraphs>120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Wingdings</vt:lpstr>
      <vt:lpstr>Office Theme</vt:lpstr>
      <vt:lpstr>Introduction AI</vt:lpstr>
      <vt:lpstr>Introduction to AI</vt:lpstr>
      <vt:lpstr>Definition of AI</vt:lpstr>
      <vt:lpstr>Importance of AI</vt:lpstr>
      <vt:lpstr>AI vs Human</vt:lpstr>
      <vt:lpstr>AI vs Traditional Programming</vt:lpstr>
      <vt:lpstr>Goals of AI</vt:lpstr>
      <vt:lpstr>Advantages of AI</vt:lpstr>
      <vt:lpstr>More Advantages of AI</vt:lpstr>
      <vt:lpstr>Disadvantages of AI</vt:lpstr>
      <vt:lpstr>Main Branches of AI</vt:lpstr>
      <vt:lpstr>Applications of AI</vt:lpstr>
      <vt:lpstr>Expert Systems</vt:lpstr>
      <vt:lpstr>Vision Systems</vt:lpstr>
      <vt:lpstr>Speech Recognition</vt:lpstr>
      <vt:lpstr>Handwriting Recognition</vt:lpstr>
      <vt:lpstr>Intelligent Robots</vt:lpstr>
      <vt:lpstr>History of AI</vt:lpstr>
      <vt:lpstr>Modern AI Development</vt:lpstr>
      <vt:lpstr>Types of AI</vt:lpstr>
      <vt:lpstr>Weak AI</vt:lpstr>
      <vt:lpstr>General AI</vt:lpstr>
      <vt:lpstr>Super AI</vt:lpstr>
      <vt:lpstr>Agent and Intelligent Agent</vt:lpstr>
      <vt:lpstr>PEAS Representation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Basics</dc:title>
  <dc:subject/>
  <dc:creator>Jaweid</dc:creator>
  <cp:keywords/>
  <dc:description>generated using python-pptx</dc:description>
  <cp:lastModifiedBy>Jaweid</cp:lastModifiedBy>
  <cp:revision>2</cp:revision>
  <dcterms:created xsi:type="dcterms:W3CDTF">2013-01-27T09:14:16Z</dcterms:created>
  <dcterms:modified xsi:type="dcterms:W3CDTF">2026-02-18T06:35:05Z</dcterms:modified>
  <cp:category/>
</cp:coreProperties>
</file>