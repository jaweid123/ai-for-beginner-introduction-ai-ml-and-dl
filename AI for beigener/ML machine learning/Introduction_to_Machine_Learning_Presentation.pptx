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6DF74-A1A8-4E0F-B4C8-C1E088DF1F9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385C5-4DBA-428A-9C44-43B51BF4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9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805-5C37-45A7-9A6E-3075B89B0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2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4373" y="3025718"/>
            <a:ext cx="6686549" cy="55487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Introduction </a:t>
            </a:r>
            <a:r>
              <a:rPr lang="en-US" b="1" dirty="0" smtClean="0"/>
              <a:t>ML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7855" y="3622994"/>
            <a:ext cx="6862004" cy="1755887"/>
          </a:xfrm>
        </p:spPr>
        <p:txBody>
          <a:bodyPr>
            <a:normAutofit/>
          </a:bodyPr>
          <a:lstStyle/>
          <a:p>
            <a:pPr marL="428625" indent="-428625">
              <a:buFont typeface="Wingdings" panose="05000000000000000000" pitchFamily="2" charset="2"/>
              <a:buChar char="v"/>
            </a:pPr>
            <a:r>
              <a:rPr lang="en-US" sz="2100" b="1" dirty="0" smtClean="0">
                <a:solidFill>
                  <a:schemeClr val="tx1"/>
                </a:solidFill>
              </a:rPr>
              <a:t>Machine Learning </a:t>
            </a:r>
            <a:endParaRPr lang="en-US" sz="2100" b="1" dirty="0">
              <a:solidFill>
                <a:schemeClr val="tx1"/>
              </a:solidFill>
            </a:endParaRP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chemeClr val="tx1"/>
                </a:solidFill>
              </a:rPr>
              <a:t>Basics for non-computer science background</a:t>
            </a:r>
            <a:r>
              <a:rPr lang="en-US" sz="2100" b="1" dirty="0">
                <a:solidFill>
                  <a:schemeClr val="tx1"/>
                </a:solidFill>
              </a:rPr>
              <a:t> </a:t>
            </a: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tx1"/>
                </a:solidFill>
              </a:rPr>
              <a:t>Prepared By: </a:t>
            </a:r>
            <a:r>
              <a:rPr lang="en-US" sz="1500" b="1" dirty="0">
                <a:solidFill>
                  <a:schemeClr val="tx1"/>
                </a:solidFill>
              </a:rPr>
              <a:t>Jaweid </a:t>
            </a:r>
            <a:r>
              <a:rPr lang="en-US" sz="1500" b="1" dirty="0" err="1" smtClean="0">
                <a:solidFill>
                  <a:schemeClr val="tx1"/>
                </a:solidFill>
              </a:rPr>
              <a:t>Moradi</a:t>
            </a:r>
            <a:endParaRPr lang="en-US" sz="1500" b="1" dirty="0">
              <a:solidFill>
                <a:schemeClr val="tx1"/>
              </a:solidFill>
            </a:endParaRP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tx1"/>
                </a:solidFill>
              </a:rPr>
              <a:t>I am student at Kabul university ICT Faculty ISE department 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3743104" y="1312228"/>
            <a:ext cx="1638683" cy="163729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0BC9-353F-4494-9A31-75D377907B9F}" type="datetime1">
              <a:rPr lang="en-US" smtClean="0"/>
              <a:t>2/17/2026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3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Machine Learning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293521"/>
            <a:ext cx="837655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Supervised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Unsupervised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Reinforcement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of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of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is a branch of Artificial Intelligence.</a:t>
            </a:r>
          </a:p>
          <a:p>
            <a:r>
              <a:t>• It allows computers to learn from data.</a:t>
            </a:r>
          </a:p>
          <a:p>
            <a:r>
              <a:t>• ML systems improve automatically through experience.</a:t>
            </a:r>
          </a:p>
          <a:p>
            <a:r>
              <a:t>• Helps machines make decisions without being explicitly programmed.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Machine Learning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solve complex real-world problems.</a:t>
            </a:r>
          </a:p>
          <a:p>
            <a:r>
              <a:t>• Improves automation and efficiency.</a:t>
            </a:r>
          </a:p>
          <a:p>
            <a:r>
              <a:t>• Used in healthcare, banking, and education.</a:t>
            </a:r>
          </a:p>
          <a:p>
            <a:r>
              <a:t>• Supports data-driven decision 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Learning</a:t>
            </a:r>
          </a:p>
          <a:p>
            <a:r>
              <a:t>• Unsupervised Learning</a:t>
            </a:r>
          </a:p>
          <a:p>
            <a:r>
              <a:t>• Reinforcement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labeled training data.</a:t>
            </a:r>
          </a:p>
          <a:p>
            <a:r>
              <a:t>• Learns input and output relationship.</a:t>
            </a:r>
          </a:p>
          <a:p>
            <a:r>
              <a:t>• Examples: Email spam detection, House price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unlabeled data.</a:t>
            </a:r>
          </a:p>
          <a:p>
            <a:r>
              <a:t>• Finds hidden patterns and relationships.</a:t>
            </a:r>
          </a:p>
          <a:p>
            <a:r>
              <a:t>• Examples: Customer segmentation, Data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Learning by trial and error.</a:t>
            </a:r>
          </a:p>
          <a:p>
            <a:r>
              <a:t>• Uses reward and punishment system.</a:t>
            </a:r>
          </a:p>
          <a:p>
            <a:r>
              <a:t>• Examples: Robotics, Game playing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</a:t>
            </a:r>
          </a:p>
          <a:p>
            <a:r>
              <a:t>• Data Preparation</a:t>
            </a:r>
          </a:p>
          <a:p>
            <a:r>
              <a:t>• Model Training</a:t>
            </a:r>
          </a:p>
          <a:p>
            <a:r>
              <a:t>• Model Testing</a:t>
            </a:r>
          </a:p>
          <a:p>
            <a:r>
              <a:t>• Prediction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Healthcare diagnosis</a:t>
            </a:r>
          </a:p>
          <a:p>
            <a:r>
              <a:t>• Fraud detection in banking</a:t>
            </a:r>
          </a:p>
          <a:p>
            <a:r>
              <a:t>• Self-driving cars</a:t>
            </a:r>
          </a:p>
          <a:p>
            <a:r>
              <a:t>• Speech recognition</a:t>
            </a:r>
          </a:p>
          <a:p>
            <a:r>
              <a:t>• Recommendation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Handles large data easily</a:t>
            </a:r>
          </a:p>
          <a:p>
            <a:r>
              <a:t>• Improves accuracy over time</a:t>
            </a:r>
          </a:p>
          <a:p>
            <a:r>
              <a:t>• Automates repetitive tasks</a:t>
            </a:r>
          </a:p>
          <a:p>
            <a:r>
              <a:t>• Helps in prediction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Needs large amount of data</a:t>
            </a:r>
          </a:p>
          <a:p>
            <a:r>
              <a:t>• Requires high computing power</a:t>
            </a:r>
          </a:p>
          <a:p>
            <a:r>
              <a:t>• Risk of biased data</a:t>
            </a:r>
          </a:p>
          <a:p>
            <a:r>
              <a:t>• Difficult to interpret some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is transforming technology.</a:t>
            </a:r>
          </a:p>
          <a:p>
            <a:r>
              <a:t>• Helps computers learn and improve automatically.</a:t>
            </a:r>
          </a:p>
          <a:p>
            <a:r>
              <a:t>• Has wide applications in daily life and future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345</Words>
  <Application>Microsoft Office PowerPoint</Application>
  <PresentationFormat>On-screen Show (4:3)</PresentationFormat>
  <Paragraphs>72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Introduction ML</vt:lpstr>
      <vt:lpstr>Introduction to Machine Learning</vt:lpstr>
      <vt:lpstr>What is Machine Learning?</vt:lpstr>
      <vt:lpstr>Why Machine Learning is Important</vt:lpstr>
      <vt:lpstr>Types of Machine Learning</vt:lpstr>
      <vt:lpstr>Supervised Learning</vt:lpstr>
      <vt:lpstr>Unsupervised Learning</vt:lpstr>
      <vt:lpstr>Reinforcement Learning</vt:lpstr>
      <vt:lpstr>Machine Learning Process</vt:lpstr>
      <vt:lpstr>Applications of Machine Learning</vt:lpstr>
      <vt:lpstr>Advantages of Machine Learning</vt:lpstr>
      <vt:lpstr>Challenges of Machine Learning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subject/>
  <dc:creator>Jaweid</dc:creator>
  <cp:keywords/>
  <dc:description>generated using python-pptx</dc:description>
  <cp:lastModifiedBy>Jaweid</cp:lastModifiedBy>
  <cp:revision>2</cp:revision>
  <dcterms:created xsi:type="dcterms:W3CDTF">2013-01-27T09:14:16Z</dcterms:created>
  <dcterms:modified xsi:type="dcterms:W3CDTF">2026-02-17T05:14:28Z</dcterms:modified>
  <cp:category/>
</cp:coreProperties>
</file>