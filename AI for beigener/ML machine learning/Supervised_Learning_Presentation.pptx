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Supervised Learning in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allows computers to learn from data.</a:t>
            </a:r>
          </a:p>
          <a:p>
            <a:pPr/>
            <a:r>
              <a:t>It improves performance without direct programming.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71600"/>
            <a:ext cx="274320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→ Learning →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Supervised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labeled data for training.</a:t>
            </a:r>
          </a:p>
          <a:p>
            <a:pPr/>
            <a:r>
              <a:t>Model learns input-output relationship.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71600"/>
            <a:ext cx="274320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 + Output Label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Supervised Learning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data is provided.</a:t>
            </a:r>
          </a:p>
          <a:p>
            <a:pPr/>
            <a:r>
              <a:t>Model learns patterns and predicts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71600"/>
            <a:ext cx="274320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Train → Model → Predict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Classification</a:t>
            </a:r>
          </a:p>
          <a:p>
            <a:pPr/>
            <a:r>
              <a:t>Regression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categorical outputs.</a:t>
            </a:r>
          </a:p>
          <a:p>
            <a:pPr/>
            <a:r>
              <a:t>Examples: Spam detection, Image recognition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71600"/>
            <a:ext cx="274320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Class A / Class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numerical prediction.</a:t>
            </a:r>
          </a:p>
          <a:p>
            <a:pPr/>
            <a:r>
              <a:t>Examples: Price prediction, Weather forecasting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71600"/>
            <a:ext cx="274320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Numeric Value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Linear Regression</a:t>
            </a:r>
          </a:p>
          <a:p>
            <a:pPr/>
            <a:r>
              <a:t>Logistic Regression</a:t>
            </a:r>
          </a:p>
          <a:p>
            <a:pPr/>
            <a:r>
              <a:t>Decision Tree</a:t>
            </a:r>
          </a:p>
          <a:p>
            <a:pPr/>
            <a:r>
              <a:t>Support Vector Machine</a:t>
            </a:r>
          </a:p>
          <a:p>
            <a:pPr/>
            <a:r>
              <a:t>Neural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accuracy</a:t>
            </a:r>
          </a:p>
          <a:p>
            <a:pPr/>
            <a:r>
              <a:t>Needs labeled data</a:t>
            </a:r>
          </a:p>
          <a:p>
            <a:pPr/>
            <a:r>
              <a:t>Risk of overfitting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Supervised Learning is widely used.</a:t>
            </a:r>
          </a:p>
          <a:p>
            <a:pPr/>
            <a:r>
              <a:t>Helps prediction and decision making.</a:t>
            </a:r>
          </a:p>
          <a:p>
            <a:pPr/>
            <a:r>
              <a:t>Important part of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